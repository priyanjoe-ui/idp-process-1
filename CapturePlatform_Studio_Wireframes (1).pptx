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18872"/>
            <a:ext cx="182880" cy="1828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Akrify  ·  Studio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0" y="91440"/>
            <a:ext cx="1645920" cy="2286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914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Tenant: Aflac (dev)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424160" y="9144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0" y="914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018520" y="73152"/>
            <a:ext cx="274320" cy="274320"/>
          </a:xfrm>
          <a:prstGeom prst="ellipse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18520" y="73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411480"/>
            <a:ext cx="1691640" cy="6446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" y="685800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" y="685800"/>
            <a:ext cx="36576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68580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858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106984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10698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1453896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14538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&amp; Workflows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1837944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18379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" y="2221992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22219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Bench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260604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26060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" y="299008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29900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Access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3374136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33741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82880" y="6263640"/>
            <a:ext cx="1371600" cy="91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v0.4.2 · Bedrock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920240" y="5943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back, Shan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920240" y="932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Aflac (dev) tenant · last sync 2 minutes ago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744200" y="658368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44200" y="6583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Job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920240" y="1280160"/>
            <a:ext cx="22402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57400" y="13258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today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057400" y="1508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8,432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2057400" y="20116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12% vs yesterday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251960" y="1280160"/>
            <a:ext cx="22402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0" y="13258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Straight-through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389120" y="1508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73.4 %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4389120" y="20116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4.1 pts this week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583680" y="1280160"/>
            <a:ext cx="22402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20840" y="13258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review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720840" y="1508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6720840" y="20116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depth · 4 indexers active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915400" y="1280160"/>
            <a:ext cx="22402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52560" y="13258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processing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052560" y="1508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s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9052560" y="20116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document, end-to-end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920240" y="2423160"/>
            <a:ext cx="59436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57400" y="2514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volume — last 7 days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2057400" y="27157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by application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194560" y="3520440"/>
            <a:ext cx="640080" cy="822960"/>
          </a:xfrm>
          <a:prstGeom prst="roundRect">
            <a:avLst>
              <a:gd name="adj" fmla="val 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194560" y="2971800"/>
            <a:ext cx="640080" cy="548640"/>
          </a:xfrm>
          <a:prstGeom prst="roundRect">
            <a:avLst>
              <a:gd name="adj" fmla="val 5000"/>
            </a:avLst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94560" y="4389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999232" y="3410712"/>
            <a:ext cx="640080" cy="932688"/>
          </a:xfrm>
          <a:prstGeom prst="roundRect">
            <a:avLst>
              <a:gd name="adj" fmla="val 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99232" y="2788920"/>
            <a:ext cx="640080" cy="621792"/>
          </a:xfrm>
          <a:prstGeom prst="roundRect">
            <a:avLst>
              <a:gd name="adj" fmla="val 4412"/>
            </a:avLst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99232" y="4389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803904" y="3575304"/>
            <a:ext cx="640080" cy="768096"/>
          </a:xfrm>
          <a:prstGeom prst="roundRect">
            <a:avLst>
              <a:gd name="adj" fmla="val 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803904" y="3063240"/>
            <a:ext cx="640080" cy="512064"/>
          </a:xfrm>
          <a:prstGeom prst="roundRect">
            <a:avLst>
              <a:gd name="adj" fmla="val 5357"/>
            </a:avLst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03904" y="4389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608576" y="3328416"/>
            <a:ext cx="640080" cy="1014984"/>
          </a:xfrm>
          <a:prstGeom prst="roundRect">
            <a:avLst>
              <a:gd name="adj" fmla="val 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608576" y="2651760"/>
            <a:ext cx="640080" cy="676656"/>
          </a:xfrm>
          <a:prstGeom prst="roundRect">
            <a:avLst>
              <a:gd name="adj" fmla="val 4286"/>
            </a:avLst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08576" y="4389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413248" y="3438144"/>
            <a:ext cx="640080" cy="905256"/>
          </a:xfrm>
          <a:prstGeom prst="roundRect">
            <a:avLst>
              <a:gd name="adj" fmla="val 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13248" y="2834640"/>
            <a:ext cx="640080" cy="603504"/>
          </a:xfrm>
          <a:prstGeom prst="roundRect">
            <a:avLst>
              <a:gd name="adj" fmla="val 4545"/>
            </a:avLst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13248" y="4389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217920" y="3877056"/>
            <a:ext cx="640080" cy="466344"/>
          </a:xfrm>
          <a:prstGeom prst="roundRect">
            <a:avLst>
              <a:gd name="adj" fmla="val 588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17920" y="3566160"/>
            <a:ext cx="640080" cy="310896"/>
          </a:xfrm>
          <a:prstGeom prst="roundRect">
            <a:avLst>
              <a:gd name="adj" fmla="val 8824"/>
            </a:avLst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17920" y="4389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022592" y="4014216"/>
            <a:ext cx="640080" cy="329184"/>
          </a:xfrm>
          <a:prstGeom prst="roundRect">
            <a:avLst>
              <a:gd name="adj" fmla="val 8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022592" y="3794760"/>
            <a:ext cx="640080" cy="219456"/>
          </a:xfrm>
          <a:prstGeom prst="roundRect">
            <a:avLst>
              <a:gd name="adj" fmla="val 12500"/>
            </a:avLst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022592" y="4389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8001000" y="2423160"/>
            <a:ext cx="41148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138160" y="2514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8183880" y="28803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394192" y="2788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documents exported to FileNet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8394192" y="29718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ago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8183880" y="326440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394192" y="31729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batches enqueued for review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394192" y="335584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ago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8183880" y="3648456"/>
            <a:ext cx="109728" cy="109728"/>
          </a:xfrm>
          <a:prstGeom prst="ellipse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394192" y="35570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'Renewal Intake' deployed v3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8394192" y="37398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 ago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8183880" y="403250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394192" y="3941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'SharePoint-HR' reconnected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8394192" y="41239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 ago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8183880" y="4416552"/>
            <a:ext cx="109728" cy="10972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394192" y="43251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'Premium' confidence threshold updated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8394192" y="45079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1920240" y="4846320"/>
            <a:ext cx="59436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057400" y="49377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document types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2057400" y="51663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4754880" y="5166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5852160" y="5166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rate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6949440" y="5166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2057400" y="53949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Policy Application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4754880" y="5394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3,210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5852160" y="5394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82 %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949440" y="5431536"/>
            <a:ext cx="502920" cy="164592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949440" y="54315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2057400" y="56235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Notice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4754880" y="56235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2,488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5852160" y="56235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91 %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6949440" y="5660136"/>
            <a:ext cx="502920" cy="164592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949440" y="56601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2057400" y="58521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Form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4754880" y="5852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1,520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5852160" y="5852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61 %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949440" y="5888736"/>
            <a:ext cx="502920" cy="164592"/>
          </a:xfrm>
          <a:prstGeom prst="roundRect">
            <a:avLst>
              <a:gd name="adj" fmla="val 5555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949440" y="58887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2057400" y="60807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Change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4754880" y="6080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894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5852160" y="6080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94 %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6949440" y="6117336"/>
            <a:ext cx="502920" cy="164592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949440" y="61173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2057400" y="6309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Update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4754880" y="63093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5852160" y="63093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44 %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6949440" y="6345936"/>
            <a:ext cx="502920" cy="164592"/>
          </a:xfrm>
          <a:prstGeom prst="roundRect">
            <a:avLst>
              <a:gd name="adj" fmla="val 55556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949440" y="6345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8001000" y="4846320"/>
            <a:ext cx="41148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138160" y="4937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health</a:t>
            </a:r>
            <a:endParaRPr lang="en-US" sz="1050" dirty="0"/>
          </a:p>
        </p:txBody>
      </p:sp>
      <p:sp>
        <p:nvSpPr>
          <p:cNvPr id="127" name="Text 125"/>
          <p:cNvSpPr/>
          <p:nvPr/>
        </p:nvSpPr>
        <p:spPr>
          <a:xfrm>
            <a:off x="8183880" y="52120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10607040" y="5239512"/>
            <a:ext cx="1371600" cy="18288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0607040" y="5239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8183880" y="54681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Textract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10607040" y="5495544"/>
            <a:ext cx="1371600" cy="18288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0607040" y="54955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750" dirty="0"/>
          </a:p>
        </p:txBody>
      </p:sp>
      <p:sp>
        <p:nvSpPr>
          <p:cNvPr id="133" name="Text 131"/>
          <p:cNvSpPr/>
          <p:nvPr/>
        </p:nvSpPr>
        <p:spPr>
          <a:xfrm>
            <a:off x="8183880" y="57241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(Claude)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10607040" y="5751576"/>
            <a:ext cx="1371600" cy="18288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607040" y="57515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750" dirty="0"/>
          </a:p>
        </p:txBody>
      </p:sp>
      <p:sp>
        <p:nvSpPr>
          <p:cNvPr id="136" name="Text 134"/>
          <p:cNvSpPr/>
          <p:nvPr/>
        </p:nvSpPr>
        <p:spPr>
          <a:xfrm>
            <a:off x="8183880" y="59801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10607040" y="6007608"/>
            <a:ext cx="1371600" cy="18288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0607040" y="60076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750" dirty="0"/>
          </a:p>
        </p:txBody>
      </p:sp>
      <p:sp>
        <p:nvSpPr>
          <p:cNvPr id="139" name="Text 137"/>
          <p:cNvSpPr/>
          <p:nvPr/>
        </p:nvSpPr>
        <p:spPr>
          <a:xfrm>
            <a:off x="8183880" y="62362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connectors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10607040" y="6263640"/>
            <a:ext cx="1371600" cy="18288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0607040" y="6263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paused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18872"/>
            <a:ext cx="182880" cy="1828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Akrify  ·  Studio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0" y="91440"/>
            <a:ext cx="1645920" cy="2286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914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Tenant: Aflac (dev)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424160" y="9144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0" y="914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018520" y="73152"/>
            <a:ext cx="274320" cy="274320"/>
          </a:xfrm>
          <a:prstGeom prst="ellipse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18520" y="73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411480"/>
            <a:ext cx="1691640" cy="6446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68580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858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4592" y="1069848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1069848"/>
            <a:ext cx="36576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06984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10698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1453896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14538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&amp; Workflows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1837944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18379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" y="2221992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22219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Bench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260604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26060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" y="299008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29900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Access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3374136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33741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82880" y="6263640"/>
            <a:ext cx="1371600" cy="91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v0.4.2 · Bedrock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920240" y="5943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920240" y="932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types · 4 actively in workflows · Aflac (dev) tenant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287000" y="658368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87000" y="6583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Document Type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006840" y="658368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06840" y="6583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JSON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920240" y="1280160"/>
            <a:ext cx="101955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11680" y="1280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by name, field, or tag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03520" y="1371600"/>
            <a:ext cx="502920" cy="228600"/>
          </a:xfrm>
          <a:prstGeom prst="roundRect">
            <a:avLst>
              <a:gd name="adj" fmla="val 4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0" y="1371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897880" y="1371600"/>
            <a:ext cx="960120" cy="228600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97880" y="13716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903720" y="1371600"/>
            <a:ext cx="594360" cy="228600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0372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543800" y="1371600"/>
            <a:ext cx="731520" cy="228600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43800" y="1371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0515600" y="12801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Sort: Last modified ▾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920240" y="1828800"/>
            <a:ext cx="10195560" cy="292608"/>
          </a:xfrm>
          <a:prstGeom prst="roundRect">
            <a:avLst>
              <a:gd name="adj" fmla="val 125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11680" y="18288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37760" y="1828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852160" y="1828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766560" y="1828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680960" y="1828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595360" y="18288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0012680" y="18288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modified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011680" y="213969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Policy Application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937760" y="213969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852160" y="213969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766560" y="213969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680960" y="213969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595360" y="2212848"/>
            <a:ext cx="1097280" cy="18288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95360" y="22128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0012680" y="213969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 ago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920240" y="2468880"/>
            <a:ext cx="10195560" cy="32918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011680" y="24688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Notice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937760" y="24688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852160" y="24688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766560" y="24688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680960" y="24688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91 %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595360" y="2542032"/>
            <a:ext cx="1097280" cy="18288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595360" y="25420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10012680" y="24688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ago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2011680" y="279806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Form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937760" y="279806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852160" y="279806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766560" y="279806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680960" y="279806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61 %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595360" y="2871216"/>
            <a:ext cx="1097280" cy="18288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595360" y="28712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10012680" y="279806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ago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1920240" y="3127248"/>
            <a:ext cx="10195560" cy="32918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011680" y="31272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Change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937760" y="31272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5852160" y="31272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766560" y="31272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7680960" y="31272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94 %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8595360" y="3200400"/>
            <a:ext cx="1097280" cy="18288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595360" y="3200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10012680" y="31272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 ago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2011680" y="34564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Update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4937760" y="34564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5852160" y="34564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6766560" y="34564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7680960" y="34564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44 %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8595360" y="3529584"/>
            <a:ext cx="1097280" cy="18288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595360" y="35295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10012680" y="34564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1920240" y="3785616"/>
            <a:ext cx="10195560" cy="32918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011680" y="378561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 Change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4937760" y="378561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5852160" y="378561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6766560" y="378561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7680960" y="378561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8595360" y="3858768"/>
            <a:ext cx="1097280" cy="18288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595360" y="3858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10012680" y="378561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ago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2011680" y="41148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Policy Addendum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4937760" y="41148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5852160" y="41148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766560" y="41148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7680960" y="41148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78 %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8595360" y="4187952"/>
            <a:ext cx="1097280" cy="18288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595360" y="4187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10012680" y="41148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ago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1920240" y="4443984"/>
            <a:ext cx="10195560" cy="32918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011680" y="44439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Cancellation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4937760" y="44439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5852160" y="44439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766560" y="44439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7680960" y="44439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88 %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8595360" y="4517136"/>
            <a:ext cx="1097280" cy="18288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595360" y="45171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750" dirty="0"/>
          </a:p>
        </p:txBody>
      </p:sp>
      <p:sp>
        <p:nvSpPr>
          <p:cNvPr id="125" name="Text 123"/>
          <p:cNvSpPr/>
          <p:nvPr/>
        </p:nvSpPr>
        <p:spPr>
          <a:xfrm>
            <a:off x="10012680" y="444398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ago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2011680" y="47731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Debit Mandate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4937760" y="47731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5852160" y="47731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6766560" y="47731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7680960" y="47731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8595360" y="4846320"/>
            <a:ext cx="1097280" cy="18288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59536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750" dirty="0"/>
          </a:p>
        </p:txBody>
      </p:sp>
      <p:sp>
        <p:nvSpPr>
          <p:cNvPr id="133" name="Text 131"/>
          <p:cNvSpPr/>
          <p:nvPr/>
        </p:nvSpPr>
        <p:spPr>
          <a:xfrm>
            <a:off x="10012680" y="47731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1920240" y="5943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1–9 of 11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10515600" y="5897880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0515600" y="5897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11064240" y="5897880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1064240" y="5897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11612880" y="5897880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1612880" y="5897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18872"/>
            <a:ext cx="182880" cy="1828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Akrify  ·  Studio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  ›  New Policy Application  ·  Editing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0" y="91440"/>
            <a:ext cx="1645920" cy="2286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914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Tenant: Aflac (dev)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424160" y="9144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0" y="914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018520" y="73152"/>
            <a:ext cx="274320" cy="274320"/>
          </a:xfrm>
          <a:prstGeom prst="ellipse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18520" y="73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11480"/>
            <a:ext cx="1691640" cy="6446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68580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858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4592" y="1069848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1069848"/>
            <a:ext cx="36576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06984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10698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1453896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14538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&amp; Workflows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1837944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18379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2221992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22219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Bench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260604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26060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299008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29900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Access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4320" y="3374136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33741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82880" y="6263640"/>
            <a:ext cx="1371600" cy="91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v0.4.2 · Bedrock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920240" y="5943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Policy Application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920240" y="932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 · 14 fields · production · v7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744200" y="658368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44200" y="6583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v8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555480" y="658368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55480" y="6583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draft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920240" y="1280160"/>
            <a:ext cx="7543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20340" y="1280160"/>
            <a:ext cx="832104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20340" y="128016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20340" y="1280160"/>
            <a:ext cx="832104" cy="274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98164" y="1280160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097780" y="12801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86500" y="12801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 UI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475220" y="1280160"/>
            <a:ext cx="9098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920240" y="1627632"/>
            <a:ext cx="10195560" cy="91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20240" y="1737360"/>
            <a:ext cx="3154680" cy="493776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5740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 (14)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434840" y="1810512"/>
            <a:ext cx="59436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34840" y="181051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011680" y="2148840"/>
            <a:ext cx="2971800" cy="310896"/>
          </a:xfrm>
          <a:prstGeom prst="roundRect">
            <a:avLst>
              <a:gd name="adj" fmla="val 11765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011680" y="2148840"/>
            <a:ext cx="36576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21408" y="21488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Number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749040" y="21488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279392" y="2221992"/>
            <a:ext cx="594360" cy="164592"/>
          </a:xfrm>
          <a:prstGeom prst="roundRect">
            <a:avLst>
              <a:gd name="adj" fmla="val 55556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79392" y="222199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919472" y="2148840"/>
            <a:ext cx="9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2121408" y="24963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Holder Name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749040" y="24963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279392" y="2569464"/>
            <a:ext cx="594360" cy="164592"/>
          </a:xfrm>
          <a:prstGeom prst="roundRect">
            <a:avLst>
              <a:gd name="adj" fmla="val 5555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79392" y="25694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919472" y="2496312"/>
            <a:ext cx="9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2121408" y="284378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Date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749040" y="28437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279392" y="2916936"/>
            <a:ext cx="594360" cy="164592"/>
          </a:xfrm>
          <a:prstGeom prst="roundRect">
            <a:avLst>
              <a:gd name="adj" fmla="val 5555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79392" y="291693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919472" y="2843784"/>
            <a:ext cx="9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2121408" y="31912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Date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749040" y="319125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279392" y="3264408"/>
            <a:ext cx="594360" cy="164592"/>
          </a:xfrm>
          <a:prstGeom prst="roundRect">
            <a:avLst>
              <a:gd name="adj" fmla="val 5555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79392" y="326440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4919472" y="3191256"/>
            <a:ext cx="9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2121408" y="35387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Amount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749040" y="35387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279392" y="3611880"/>
            <a:ext cx="594360" cy="164592"/>
          </a:xfrm>
          <a:prstGeom prst="roundRect">
            <a:avLst>
              <a:gd name="adj" fmla="val 5555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279392" y="36118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4919472" y="3538728"/>
            <a:ext cx="9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2121408" y="38862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Type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3749040" y="38862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279392" y="3959352"/>
            <a:ext cx="594360" cy="164592"/>
          </a:xfrm>
          <a:prstGeom prst="roundRect">
            <a:avLst>
              <a:gd name="adj" fmla="val 55556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279392" y="39593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2121408" y="42336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(line 1)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3749040" y="42336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279392" y="4306824"/>
            <a:ext cx="594360" cy="164592"/>
          </a:xfrm>
          <a:prstGeom prst="roundRect">
            <a:avLst>
              <a:gd name="adj" fmla="val 55556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279392" y="430682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4919472" y="4233672"/>
            <a:ext cx="9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2121408" y="458114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3749040" y="458114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279392" y="4654296"/>
            <a:ext cx="594360" cy="164592"/>
          </a:xfrm>
          <a:prstGeom prst="roundRect">
            <a:avLst>
              <a:gd name="adj" fmla="val 5555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279392" y="465429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4919472" y="4581144"/>
            <a:ext cx="9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2121408" y="492861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3749040" y="492861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279392" y="5001768"/>
            <a:ext cx="594360" cy="164592"/>
          </a:xfrm>
          <a:prstGeom prst="roundRect">
            <a:avLst>
              <a:gd name="adj" fmla="val 5555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279392" y="50017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4919472" y="4928616"/>
            <a:ext cx="9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2121408" y="52760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3749040" y="52760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4279392" y="5349240"/>
            <a:ext cx="594360" cy="164592"/>
          </a:xfrm>
          <a:prstGeom prst="roundRect">
            <a:avLst>
              <a:gd name="adj" fmla="val 5555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279392" y="53492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4919472" y="5276088"/>
            <a:ext cx="9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2121408" y="562356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3749040" y="56235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4279392" y="5696712"/>
            <a:ext cx="594360" cy="164592"/>
          </a:xfrm>
          <a:prstGeom prst="roundRect">
            <a:avLst>
              <a:gd name="adj" fmla="val 5555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279392" y="569671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2121408" y="59710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3749040" y="597103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279392" y="6044184"/>
            <a:ext cx="594360" cy="164592"/>
          </a:xfrm>
          <a:prstGeom prst="roundRect">
            <a:avLst>
              <a:gd name="adj" fmla="val 5555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279392" y="604418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5212080" y="1737360"/>
            <a:ext cx="690372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349240" y="18105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Number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7680960" y="1865376"/>
            <a:ext cx="1005840" cy="201168"/>
          </a:xfrm>
          <a:prstGeom prst="roundRect">
            <a:avLst>
              <a:gd name="adj" fmla="val 4545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680960" y="18653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11430000" y="1828800"/>
            <a:ext cx="59436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1430000" y="182880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5349240" y="22860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5349240" y="2487168"/>
            <a:ext cx="329184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440680" y="2487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Number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8823960" y="22860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8823960" y="2487168"/>
            <a:ext cx="32004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15400" y="2487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▾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5349240" y="27889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5349240" y="2990088"/>
            <a:ext cx="329184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440680" y="2990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(toggle on)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8823960" y="27889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8823960" y="2990088"/>
            <a:ext cx="32004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915400" y="2990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85 %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5349240" y="3337560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method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5349240" y="354787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577840" y="35112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5577840" y="36667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region on page</a:t>
            </a:r>
            <a:endParaRPr lang="en-US" sz="750" dirty="0"/>
          </a:p>
        </p:txBody>
      </p:sp>
      <p:sp>
        <p:nvSpPr>
          <p:cNvPr id="134" name="Shape 132"/>
          <p:cNvSpPr/>
          <p:nvPr/>
        </p:nvSpPr>
        <p:spPr>
          <a:xfrm>
            <a:off x="7086600" y="354787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315200" y="35112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7315200" y="36667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label, take text to right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8823960" y="3547872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874252" y="359816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9052560" y="35112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(Gen AI)</a:t>
            </a:r>
            <a:endParaRPr lang="en-US" sz="900" dirty="0"/>
          </a:p>
        </p:txBody>
      </p:sp>
      <p:sp>
        <p:nvSpPr>
          <p:cNvPr id="140" name="Text 138"/>
          <p:cNvSpPr/>
          <p:nvPr/>
        </p:nvSpPr>
        <p:spPr>
          <a:xfrm>
            <a:off x="9052560" y="36667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in natural language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10561320" y="354787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789920" y="35112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endParaRPr lang="en-US" sz="900" dirty="0"/>
          </a:p>
        </p:txBody>
      </p:sp>
      <p:sp>
        <p:nvSpPr>
          <p:cNvPr id="143" name="Text 141"/>
          <p:cNvSpPr/>
          <p:nvPr/>
        </p:nvSpPr>
        <p:spPr>
          <a:xfrm>
            <a:off x="10789920" y="36667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 match</a:t>
            </a:r>
            <a:endParaRPr lang="en-US" sz="750" dirty="0"/>
          </a:p>
        </p:txBody>
      </p:sp>
      <p:sp>
        <p:nvSpPr>
          <p:cNvPr id="144" name="Shape 142"/>
          <p:cNvSpPr/>
          <p:nvPr/>
        </p:nvSpPr>
        <p:spPr>
          <a:xfrm>
            <a:off x="5349240" y="3931920"/>
            <a:ext cx="6629400" cy="2011680"/>
          </a:xfrm>
          <a:prstGeom prst="roundRect">
            <a:avLst>
              <a:gd name="adj" fmla="val 2273"/>
            </a:avLst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486400" y="3977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AI extraction (Bedrock — Claude)</a:t>
            </a:r>
            <a:endParaRPr lang="en-US" sz="950" dirty="0"/>
          </a:p>
        </p:txBody>
      </p:sp>
      <p:sp>
        <p:nvSpPr>
          <p:cNvPr id="146" name="Text 144"/>
          <p:cNvSpPr/>
          <p:nvPr/>
        </p:nvSpPr>
        <p:spPr>
          <a:xfrm>
            <a:off x="5486400" y="4224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(natural language — used by the model)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5486400" y="4407408"/>
            <a:ext cx="63550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5577840" y="44348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alphanumeric policy identifier near the top of the page, usually 8–12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characters. Often labeled "Policy No.", "Policy Number", or "Policy #". Format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varies; typically starts with 2–3 letters followed by digits.</a:t>
            </a:r>
            <a:endParaRPr lang="en-US" sz="850" dirty="0"/>
          </a:p>
        </p:txBody>
      </p:sp>
      <p:sp>
        <p:nvSpPr>
          <p:cNvPr id="149" name="Text 147"/>
          <p:cNvSpPr/>
          <p:nvPr/>
        </p:nvSpPr>
        <p:spPr>
          <a:xfrm>
            <a:off x="5486400" y="52120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values  (optional, help the model)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5486400" y="5413248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5486400" y="54132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AB1234567</a:t>
            </a:r>
            <a:endParaRPr lang="en-US" sz="850" dirty="0"/>
          </a:p>
        </p:txBody>
      </p:sp>
      <p:sp>
        <p:nvSpPr>
          <p:cNvPr id="152" name="Shape 150"/>
          <p:cNvSpPr/>
          <p:nvPr/>
        </p:nvSpPr>
        <p:spPr>
          <a:xfrm>
            <a:off x="6583680" y="5413248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6583680" y="54132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XYZ987654321</a:t>
            </a:r>
            <a:endParaRPr lang="en-US" sz="850" dirty="0"/>
          </a:p>
        </p:txBody>
      </p:sp>
      <p:sp>
        <p:nvSpPr>
          <p:cNvPr id="154" name="Shape 152"/>
          <p:cNvSpPr/>
          <p:nvPr/>
        </p:nvSpPr>
        <p:spPr>
          <a:xfrm>
            <a:off x="7680960" y="5413248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7680960" y="54132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QQ-2024-1234</a:t>
            </a:r>
            <a:endParaRPr lang="en-US" sz="850" dirty="0"/>
          </a:p>
        </p:txBody>
      </p:sp>
      <p:sp>
        <p:nvSpPr>
          <p:cNvPr id="156" name="Shape 154"/>
          <p:cNvSpPr/>
          <p:nvPr/>
        </p:nvSpPr>
        <p:spPr>
          <a:xfrm>
            <a:off x="8823960" y="5413248"/>
            <a:ext cx="59436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8823960" y="541324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9601200" y="5413248"/>
            <a:ext cx="2240280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9601200" y="541324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Test on sample document</a:t>
            </a:r>
            <a:endParaRPr lang="en-US" sz="850" dirty="0"/>
          </a:p>
        </p:txBody>
      </p:sp>
      <p:sp>
        <p:nvSpPr>
          <p:cNvPr id="160" name="Text 158"/>
          <p:cNvSpPr/>
          <p:nvPr/>
        </p:nvSpPr>
        <p:spPr>
          <a:xfrm>
            <a:off x="5486400" y="57424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if AI fails:  Anchor on "Policy Number:"</a:t>
            </a:r>
            <a:endParaRPr lang="en-US" sz="800" dirty="0"/>
          </a:p>
        </p:txBody>
      </p:sp>
      <p:sp>
        <p:nvSpPr>
          <p:cNvPr id="161" name="Text 159"/>
          <p:cNvSpPr/>
          <p:nvPr/>
        </p:nvSpPr>
        <p:spPr>
          <a:xfrm>
            <a:off x="5349240" y="63550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AI extraction works zero-shot — no training samples needed.  Set the threshold so low-confidence values route to review.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18872"/>
            <a:ext cx="182880" cy="1828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Akrify  ·  Studio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&amp; Workflows  ›  New Policy Intake  ·  Editing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0" y="91440"/>
            <a:ext cx="1645920" cy="2286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914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Tenant: Aflac (dev)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424160" y="9144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0" y="914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018520" y="73152"/>
            <a:ext cx="274320" cy="274320"/>
          </a:xfrm>
          <a:prstGeom prst="ellipse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18520" y="73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11480"/>
            <a:ext cx="1691640" cy="6446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68580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858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106984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10698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4592" y="1453896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1453896"/>
            <a:ext cx="36576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453896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14538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&amp; Workflows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1837944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18379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2221992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22219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Bench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260604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26060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299008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29900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Access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4320" y="3374136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33741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82880" y="6263640"/>
            <a:ext cx="1371600" cy="91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v0.4.2 · Bedrock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920240" y="5943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Policy Intake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920240" y="932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v3 · production · last deployed 2 days ago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744200" y="658368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44200" y="6583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555480" y="658368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55480" y="6583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draft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920240" y="1280160"/>
            <a:ext cx="1417320" cy="53492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29968" y="1325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029968" y="160020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29968" y="1600200"/>
            <a:ext cx="54864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48840" y="16002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029968" y="1929384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29968" y="1929384"/>
            <a:ext cx="54864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48840" y="192938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029968" y="2258568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29968" y="2258568"/>
            <a:ext cx="54864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48840" y="22585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029968" y="2587752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29968" y="2587752"/>
            <a:ext cx="54864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48840" y="25877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029968" y="2916936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29968" y="2916936"/>
            <a:ext cx="54864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48840" y="29169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EnqueueReview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029968" y="324612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29968" y="3246120"/>
            <a:ext cx="54864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48840" y="32461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029968" y="3575304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029968" y="3575304"/>
            <a:ext cx="54864" cy="2926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148840" y="35753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λ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029968" y="3904488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029968" y="3904488"/>
            <a:ext cx="54864" cy="2926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48840" y="39044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call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029968" y="4233672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029968" y="4233672"/>
            <a:ext cx="54864" cy="2926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48840" y="423367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/ delay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456432" y="1280160"/>
            <a:ext cx="5897880" cy="5349240"/>
          </a:xfrm>
          <a:prstGeom prst="roundRect">
            <a:avLst>
              <a:gd name="adj" fmla="val 1026"/>
            </a:avLst>
          </a:prstGeom>
          <a:solidFill>
            <a:srgbClr val="FBFC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93592" y="1325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canvas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703320" y="178308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703320" y="17830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498848" y="1965960"/>
            <a:ext cx="164592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4663440" y="178308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663440" y="1783080"/>
            <a:ext cx="54864" cy="5486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91456" y="18196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4791456" y="20391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· v3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5961888" y="2057400"/>
            <a:ext cx="164592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6126480" y="178308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126480" y="1783080"/>
            <a:ext cx="54864" cy="5486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54496" y="18196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6254496" y="20391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Textract + Bedrock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7424928" y="2057400"/>
            <a:ext cx="164592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7589520" y="178308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589520" y="1783080"/>
            <a:ext cx="54864" cy="5486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717536" y="18196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7717536" y="20391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AI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8641080" y="2057400"/>
            <a:ext cx="246888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</a:ln>
        </p:spPr>
      </p:sp>
      <p:sp>
        <p:nvSpPr>
          <p:cNvPr id="89" name="Shape 87"/>
          <p:cNvSpPr/>
          <p:nvPr/>
        </p:nvSpPr>
        <p:spPr>
          <a:xfrm>
            <a:off x="8641080" y="1874520"/>
            <a:ext cx="594360" cy="5029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641080" y="20345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8942832" y="2395728"/>
            <a:ext cx="914" cy="43891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5303520" y="2834640"/>
            <a:ext cx="3639312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</a:ln>
        </p:spPr>
      </p:sp>
      <p:sp>
        <p:nvSpPr>
          <p:cNvPr id="93" name="Shape 91"/>
          <p:cNvSpPr/>
          <p:nvPr/>
        </p:nvSpPr>
        <p:spPr>
          <a:xfrm>
            <a:off x="5303520" y="2834640"/>
            <a:ext cx="914" cy="1828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4663440" y="301752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663440" y="3017520"/>
            <a:ext cx="54864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791456" y="30540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EnqueueReview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4791456" y="32735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REVIEW row · end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8503920" y="2834640"/>
            <a:ext cx="438912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</a:ln>
        </p:spPr>
      </p:sp>
      <p:sp>
        <p:nvSpPr>
          <p:cNvPr id="99" name="Shape 97"/>
          <p:cNvSpPr/>
          <p:nvPr/>
        </p:nvSpPr>
        <p:spPr>
          <a:xfrm>
            <a:off x="8503920" y="2834640"/>
            <a:ext cx="914" cy="1828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>
            <a:off x="7955280" y="301752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55280" y="3017520"/>
            <a:ext cx="54864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083296" y="30540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8083296" y="32735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FileNet connector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6949440" y="2743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8275320" y="27432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straight-through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3703320" y="3931920"/>
            <a:ext cx="5394960" cy="91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703320" y="40233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indexer submits (separate trigger from API)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3749040" y="425196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749040" y="4251960"/>
            <a:ext cx="54864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877056" y="42885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submit</a:t>
            </a:r>
            <a:endParaRPr lang="en-US" sz="950" dirty="0"/>
          </a:p>
        </p:txBody>
      </p:sp>
      <p:sp>
        <p:nvSpPr>
          <p:cNvPr id="111" name="Text 109"/>
          <p:cNvSpPr/>
          <p:nvPr/>
        </p:nvSpPr>
        <p:spPr>
          <a:xfrm>
            <a:off x="3877056" y="45079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list/claim/submit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5138928" y="4498848"/>
            <a:ext cx="164592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5303520" y="425196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303520" y="4251960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431536" y="428853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completed</a:t>
            </a:r>
            <a:endParaRPr lang="en-US" sz="950" dirty="0"/>
          </a:p>
        </p:txBody>
      </p:sp>
      <p:sp>
        <p:nvSpPr>
          <p:cNvPr id="116" name="Text 114"/>
          <p:cNvSpPr/>
          <p:nvPr/>
        </p:nvSpPr>
        <p:spPr>
          <a:xfrm>
            <a:off x="5431536" y="4507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DDB update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6739128" y="4498848"/>
            <a:ext cx="164592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8" name="Shape 116"/>
          <p:cNvSpPr/>
          <p:nvPr/>
        </p:nvSpPr>
        <p:spPr>
          <a:xfrm>
            <a:off x="6903720" y="425196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903720" y="4251960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031736" y="428853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(async)</a:t>
            </a:r>
            <a:endParaRPr lang="en-US" sz="950" dirty="0"/>
          </a:p>
        </p:txBody>
      </p:sp>
      <p:sp>
        <p:nvSpPr>
          <p:cNvPr id="121" name="Text 119"/>
          <p:cNvSpPr/>
          <p:nvPr/>
        </p:nvSpPr>
        <p:spPr>
          <a:xfrm>
            <a:off x="7031736" y="4507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invoke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3703320" y="6263640"/>
            <a:ext cx="5532120" cy="91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703320" y="6355080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OK · 6 nodes · estimated avg cost $0.018 / doc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9509760" y="1280160"/>
            <a:ext cx="2606040" cy="53492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646920" y="1325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</a:t>
            </a:r>
            <a:endParaRPr lang="en-US" sz="950" dirty="0"/>
          </a:p>
        </p:txBody>
      </p:sp>
      <p:sp>
        <p:nvSpPr>
          <p:cNvPr id="126" name="Text 124"/>
          <p:cNvSpPr/>
          <p:nvPr/>
        </p:nvSpPr>
        <p:spPr>
          <a:xfrm>
            <a:off x="9646920" y="1527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Extract λ</a:t>
            </a:r>
            <a:endParaRPr lang="en-US" sz="800" dirty="0"/>
          </a:p>
        </p:txBody>
      </p:sp>
      <p:sp>
        <p:nvSpPr>
          <p:cNvPr id="127" name="Text 125"/>
          <p:cNvSpPr/>
          <p:nvPr/>
        </p:nvSpPr>
        <p:spPr>
          <a:xfrm>
            <a:off x="9646920" y="17830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name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9646920" y="1984248"/>
            <a:ext cx="23317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738360" y="19842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9646920" y="22860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9646920" y="2487168"/>
            <a:ext cx="23317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738360" y="2487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(applies to all)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9646920" y="27889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(sec)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9646920" y="2990088"/>
            <a:ext cx="23317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9738360" y="29900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9646920" y="32918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9646920" y="3493008"/>
            <a:ext cx="23317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738360" y="34930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(exponential)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9646920" y="379476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9646920" y="3995928"/>
            <a:ext cx="23317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9738360" y="39959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· Claude ▾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9646920" y="42976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9646920" y="4498848"/>
            <a:ext cx="23317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9738360" y="44988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claude-sonnet-4-6 ▾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9646920" y="48006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9646920" y="5001768"/>
            <a:ext cx="23317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738360" y="50017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review ▾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9646920" y="5413248"/>
            <a:ext cx="2331720" cy="91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9646920" y="546811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est. (per execution)</a:t>
            </a:r>
            <a:endParaRPr lang="en-US" sz="800" dirty="0"/>
          </a:p>
        </p:txBody>
      </p:sp>
      <p:sp>
        <p:nvSpPr>
          <p:cNvPr id="150" name="Text 148"/>
          <p:cNvSpPr/>
          <p:nvPr/>
        </p:nvSpPr>
        <p:spPr>
          <a:xfrm>
            <a:off x="9646920" y="56509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Textract OCR     ~$0.005</a:t>
            </a:r>
            <a:endParaRPr lang="en-US" sz="800" dirty="0"/>
          </a:p>
        </p:txBody>
      </p:sp>
      <p:sp>
        <p:nvSpPr>
          <p:cNvPr id="151" name="Text 149"/>
          <p:cNvSpPr/>
          <p:nvPr/>
        </p:nvSpPr>
        <p:spPr>
          <a:xfrm>
            <a:off x="9646920" y="581558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tokens   ~$0.011</a:t>
            </a:r>
            <a:endParaRPr lang="en-US" sz="800" dirty="0"/>
          </a:p>
        </p:txBody>
      </p:sp>
      <p:sp>
        <p:nvSpPr>
          <p:cNvPr id="152" name="Text 150"/>
          <p:cNvSpPr/>
          <p:nvPr/>
        </p:nvSpPr>
        <p:spPr>
          <a:xfrm>
            <a:off x="9646920" y="598017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+ DDB     ~$0.001</a:t>
            </a:r>
            <a:endParaRPr lang="en-US" sz="800" dirty="0"/>
          </a:p>
        </p:txBody>
      </p:sp>
      <p:sp>
        <p:nvSpPr>
          <p:cNvPr id="153" name="Text 151"/>
          <p:cNvSpPr/>
          <p:nvPr/>
        </p:nvSpPr>
        <p:spPr>
          <a:xfrm>
            <a:off x="9646920" y="616305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          ~$0.017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18872"/>
            <a:ext cx="182880" cy="1828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Akrify  ·  Studio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Bench  ·  Document Type: New Policy Application  (v8 draft)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0" y="91440"/>
            <a:ext cx="1645920" cy="2286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914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Tenant: Aflac (dev)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424160" y="9144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0" y="914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018520" y="73152"/>
            <a:ext cx="274320" cy="274320"/>
          </a:xfrm>
          <a:prstGeom prst="ellipse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18520" y="73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11480"/>
            <a:ext cx="1691640" cy="6446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68580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858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106984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10698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1453896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14538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&amp; Workflows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1837944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18379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64592" y="222199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2221992"/>
            <a:ext cx="36576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221992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22219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Bench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260604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26060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299008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29900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Access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4320" y="3374136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33741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82880" y="6263640"/>
            <a:ext cx="1371600" cy="91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v0.4.2 · Bedrock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920240" y="5943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Bench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920240" y="932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sample and see classification, extraction, and validation in real time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652760" y="658368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52760" y="6583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result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372600" y="658368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72600" y="6583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batch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920240" y="1280160"/>
            <a:ext cx="2606040" cy="53492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57400" y="13533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documents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057400" y="1627632"/>
            <a:ext cx="2331720" cy="1005840"/>
          </a:xfrm>
          <a:prstGeom prst="roundRect">
            <a:avLst>
              <a:gd name="adj" fmla="val 5455"/>
            </a:avLst>
          </a:prstGeom>
          <a:solidFill>
            <a:srgbClr val="FAFA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57400" y="1691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⤓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2057400" y="20574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file here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057400" y="228600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click to browse  ·  PDF, TIFF, ZIP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057400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samples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057400" y="2971800"/>
            <a:ext cx="2331720" cy="384048"/>
          </a:xfrm>
          <a:prstGeom prst="roundRect">
            <a:avLst>
              <a:gd name="adj" fmla="val 9524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57400" y="2971800"/>
            <a:ext cx="36576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76272" y="2971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policy-001.pdf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176272" y="3154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5 pages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176272" y="33924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policy-renewal-2.tif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176272" y="35753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2 pages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2176272" y="38130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claim-form-073.pdf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176272" y="39959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· 8 pages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176272" y="4233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addr-change.pdf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176272" y="44165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· 1 page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176272" y="46542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test-batch.zip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176272" y="48371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6 files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572000" y="1280160"/>
            <a:ext cx="4069080" cy="534924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09160" y="1353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policy-001.pdf  ·  Page 1 of 5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09160" y="1627632"/>
            <a:ext cx="594360" cy="77724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09160" y="1627632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422392" y="1627632"/>
            <a:ext cx="594360" cy="77724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22392" y="1627632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135624" y="1627632"/>
            <a:ext cx="594360" cy="77724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35624" y="1627632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848856" y="1627632"/>
            <a:ext cx="594360" cy="77724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48856" y="1627632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7562088" y="1627632"/>
            <a:ext cx="594360" cy="77724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62088" y="1627632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709160" y="2542032"/>
            <a:ext cx="3794760" cy="4023360"/>
          </a:xfrm>
          <a:prstGeom prst="roundRect">
            <a:avLst>
              <a:gd name="adj" fmla="val 1446"/>
            </a:avLst>
          </a:prstGeom>
          <a:solidFill>
            <a:srgbClr val="FAFA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983480" y="2697480"/>
            <a:ext cx="1188720" cy="182880"/>
          </a:xfrm>
          <a:prstGeom prst="roundRect">
            <a:avLst>
              <a:gd name="adj" fmla="val 10000"/>
            </a:avLst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83480" y="2971800"/>
            <a:ext cx="3108960" cy="146304"/>
          </a:xfrm>
          <a:prstGeom prst="roundRect">
            <a:avLst>
              <a:gd name="adj" fmla="val 125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83480" y="3172968"/>
            <a:ext cx="2651760" cy="146304"/>
          </a:xfrm>
          <a:prstGeom prst="roundRect">
            <a:avLst>
              <a:gd name="adj" fmla="val 125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983480" y="3483864"/>
            <a:ext cx="1920240" cy="274320"/>
          </a:xfrm>
          <a:prstGeom prst="roundRect">
            <a:avLst>
              <a:gd name="adj" fmla="val 10000"/>
            </a:avLst>
          </a:prstGeom>
          <a:solidFill>
            <a:srgbClr val="FFF1E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29200" y="34838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AB1234567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995160" y="35295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Number  ·  98%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4983480" y="3895344"/>
            <a:ext cx="3108960" cy="128016"/>
          </a:xfrm>
          <a:prstGeom prst="roundRect">
            <a:avLst>
              <a:gd name="adj" fmla="val 14286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983480" y="4078224"/>
            <a:ext cx="3108960" cy="128016"/>
          </a:xfrm>
          <a:prstGeom prst="roundRect">
            <a:avLst>
              <a:gd name="adj" fmla="val 14286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983480" y="4261104"/>
            <a:ext cx="3108960" cy="128016"/>
          </a:xfrm>
          <a:prstGeom prst="roundRect">
            <a:avLst>
              <a:gd name="adj" fmla="val 14286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983480" y="4443984"/>
            <a:ext cx="3108960" cy="128016"/>
          </a:xfrm>
          <a:prstGeom prst="roundRect">
            <a:avLst>
              <a:gd name="adj" fmla="val 14286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983480" y="4626864"/>
            <a:ext cx="3108960" cy="128016"/>
          </a:xfrm>
          <a:prstGeom prst="roundRect">
            <a:avLst>
              <a:gd name="adj" fmla="val 14286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983480" y="4809744"/>
            <a:ext cx="3108960" cy="128016"/>
          </a:xfrm>
          <a:prstGeom prst="roundRect">
            <a:avLst>
              <a:gd name="adj" fmla="val 14286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686800" y="1280160"/>
            <a:ext cx="3429000" cy="53492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823960" y="13533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8823960" y="16276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8823960" y="1828800"/>
            <a:ext cx="3200400" cy="411480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91540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Policy Application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11247120" y="1920240"/>
            <a:ext cx="685800" cy="228600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1247120" y="19202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97 %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8823960" y="2377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fields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8823960" y="25786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Number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10012680" y="2578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AB1234567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11247120" y="2606040"/>
            <a:ext cx="502920" cy="164592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1247120" y="26060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98 %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8823960" y="2816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Holder Name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10012680" y="28163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A. Doe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11247120" y="2843784"/>
            <a:ext cx="502920" cy="164592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1247120" y="28437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95 %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8823960" y="30540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Date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10012680" y="30540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2026-01-15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11247120" y="3081528"/>
            <a:ext cx="502920" cy="164592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1247120" y="3081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99 %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8823960" y="32918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Amount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10012680" y="3291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$1,250.00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11247120" y="3319272"/>
            <a:ext cx="502920" cy="164592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1247120" y="33192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92 %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8823960" y="35295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Type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10012680" y="35295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1247120" y="3557016"/>
            <a:ext cx="502920" cy="164592"/>
          </a:xfrm>
          <a:prstGeom prst="roundRect">
            <a:avLst>
              <a:gd name="adj" fmla="val 5555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1247120" y="35570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82 %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8823960" y="37673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(line 1)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10012680" y="37673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1932 Walnut St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11247120" y="3794760"/>
            <a:ext cx="502920" cy="164592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1247120" y="37947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94 %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8823960" y="41148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 ·  5 passed · 1 warning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8823960" y="433425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8" name="Text 116"/>
          <p:cNvSpPr/>
          <p:nvPr/>
        </p:nvSpPr>
        <p:spPr>
          <a:xfrm>
            <a:off x="9070848" y="43342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required fields present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8823960" y="45537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0" name="Text 118"/>
          <p:cNvSpPr/>
          <p:nvPr/>
        </p:nvSpPr>
        <p:spPr>
          <a:xfrm>
            <a:off x="9070848" y="455371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date is in the future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8823960" y="47731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9070848" y="47731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&gt; 0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8823960" y="499262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9070848" y="499262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matches state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8823960" y="52120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000" dirty="0"/>
          </a:p>
        </p:txBody>
      </p:sp>
      <p:sp>
        <p:nvSpPr>
          <p:cNvPr id="126" name="Text 124"/>
          <p:cNvSpPr/>
          <p:nvPr/>
        </p:nvSpPr>
        <p:spPr>
          <a:xfrm>
            <a:off x="9070848" y="52120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Type below confidence threshold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8823960" y="5577840"/>
            <a:ext cx="3200400" cy="91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823960" y="56692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decision:  → manual review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8823960" y="5989320"/>
            <a:ext cx="3200400" cy="329184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823960" y="5989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the indexer would see  →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18872"/>
            <a:ext cx="182880" cy="1828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Akrify  ·  Studio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0" y="91440"/>
            <a:ext cx="1645920" cy="2286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914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Tenant: Aflac (dev)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424160" y="91440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0" y="914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018520" y="73152"/>
            <a:ext cx="274320" cy="274320"/>
          </a:xfrm>
          <a:prstGeom prst="ellipse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18520" y="73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11480"/>
            <a:ext cx="1691640" cy="6446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68580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858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106984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10698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1453896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14538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&amp; Workflows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64592" y="1837944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" y="1837944"/>
            <a:ext cx="36576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837944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18379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2221992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22219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Bench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260604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26060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2990088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29900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Access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4320" y="3374136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33741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82880" y="6263640"/>
            <a:ext cx="1371600" cy="91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v0.4.2 · Bedrock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920240" y="5943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920240" y="932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ingestion and export sources · drag-and-drop or configure here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469880" y="658368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69880" y="6583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connector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686800" y="658368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0" y="65836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marketplace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920240" y="1280160"/>
            <a:ext cx="101955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20240" y="1280160"/>
            <a:ext cx="16916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20240" y="1627632"/>
            <a:ext cx="1691640" cy="274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20240" y="1280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(4)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611880" y="1280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(5)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303520" y="1280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SDK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920240" y="1783080"/>
            <a:ext cx="5760720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57400" y="1874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sources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057400" y="2148840"/>
            <a:ext cx="5486400" cy="960120"/>
          </a:xfrm>
          <a:prstGeom prst="roundRect">
            <a:avLst>
              <a:gd name="adj" fmla="val 4762"/>
            </a:avLst>
          </a:prstGeom>
          <a:solidFill>
            <a:srgbClr val="F5F3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194560" y="2313432"/>
            <a:ext cx="59436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94560" y="23134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880360" y="22402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880360" y="246888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880360" y="266090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s3://aflac-docs-prod/incoming/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880360" y="28529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8,432 today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355080" y="2331720"/>
            <a:ext cx="1097280" cy="219456"/>
          </a:xfrm>
          <a:prstGeom prst="roundRect">
            <a:avLst>
              <a:gd name="adj" fmla="val 4166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23317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057400" y="3154680"/>
            <a:ext cx="54864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194560" y="3319272"/>
            <a:ext cx="59436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94560" y="33192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2880360" y="32461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Blob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880360" y="34747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880360" y="366674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 aflac-backup/in/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880360" y="38587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1,210 today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355080" y="3337560"/>
            <a:ext cx="1097280" cy="219456"/>
          </a:xfrm>
          <a:prstGeom prst="roundRect">
            <a:avLst>
              <a:gd name="adj" fmla="val 4166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55080" y="33375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057400" y="4160520"/>
            <a:ext cx="54864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94560" y="4325112"/>
            <a:ext cx="59436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94560" y="43251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2880360" y="42519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SharePoint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880360" y="44805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2880360" y="467258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/sites/HR/Shared Documents/in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2880360" y="486460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expired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355080" y="4343400"/>
            <a:ext cx="1097280" cy="219456"/>
          </a:xfrm>
          <a:prstGeom prst="roundRect">
            <a:avLst>
              <a:gd name="adj" fmla="val 4166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55080" y="43434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057400" y="5166360"/>
            <a:ext cx="54864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194560" y="5330952"/>
            <a:ext cx="59436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194560" y="53309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2880360" y="52578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Email Inbox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2880360" y="5486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(IMAP)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2880360" y="56784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claims@aflac.example.com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2880360" y="587044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6355080" y="5349240"/>
            <a:ext cx="1097280" cy="219456"/>
          </a:xfrm>
          <a:prstGeom prst="roundRect">
            <a:avLst>
              <a:gd name="adj" fmla="val 41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55080" y="53492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2057400" y="617220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FAFA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057400" y="6172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ingestion connector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7818120" y="1783080"/>
            <a:ext cx="4297680" cy="484632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955280" y="18745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S3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10927080" y="1947672"/>
            <a:ext cx="1097280" cy="219456"/>
          </a:xfrm>
          <a:prstGeom prst="roundRect">
            <a:avLst>
              <a:gd name="adj" fmla="val 4166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927080" y="19476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7955280" y="2286000"/>
            <a:ext cx="4023360" cy="91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955280" y="23957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name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7955280" y="2596896"/>
            <a:ext cx="402336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046720" y="2596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S3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7955280" y="290779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7955280" y="3108960"/>
            <a:ext cx="402336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04672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▾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7955280" y="34198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7955280" y="3621024"/>
            <a:ext cx="402336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046720" y="3621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aflac-docs-prod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7955280" y="3931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7955280" y="413308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046720" y="4133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incoming/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9966960" y="39319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filter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9966960" y="4133088"/>
            <a:ext cx="20116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0058400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.pdf, .tif, .zip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7955280" y="44439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7955280" y="4645152"/>
            <a:ext cx="402336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04672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(arn:aws:iam::421031118220:role/aide-ingest)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7955280" y="49560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mode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7955280" y="5157216"/>
            <a:ext cx="402336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046720" y="5157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→ SQS → ingestion λ (recommended)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7955280" y="54681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job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7955280" y="5669280"/>
            <a:ext cx="402336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046720" y="5669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Policy Intake ▾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7955280" y="605332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955280" y="60533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Test connection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9692640" y="6053328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692640" y="60533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10698480" y="6053328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698480" y="60533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2026-06-26T21:20:17Z</dcterms:created>
  <dcterms:modified xsi:type="dcterms:W3CDTF">2026-06-26T21:20:17Z</dcterms:modified>
</cp:coreProperties>
</file>